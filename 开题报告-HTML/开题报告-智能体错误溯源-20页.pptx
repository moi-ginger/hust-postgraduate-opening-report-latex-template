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d2397310d42e6" /><Relationship Type="http://schemas.openxmlformats.org/officeDocument/2006/relationships/extended-properties" Target="/docProps/app.xml" Id="Ra1d80d1a2a544135" /><Relationship Type="http://schemas.openxmlformats.org/officeDocument/2006/relationships/officeDocument" Target="/ppt/presentation.xml" Id="R24f0d12fb45c40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3f4a108be4ed3"/>
  </p:sldMasterIdLst>
  <p:notesMasterIdLst>
    <p:notesMasterId xmlns:r="http://schemas.openxmlformats.org/officeDocument/2006/relationships" r:id="R914704a7953c42d7"/>
  </p:notesMasterIdLst>
  <p:sldIdLst>
    <p:sldId xmlns:r="http://schemas.openxmlformats.org/officeDocument/2006/relationships" id="256" r:id="R22ae4819e6564179"/>
    <p:sldId xmlns:r="http://schemas.openxmlformats.org/officeDocument/2006/relationships" id="257" r:id="Rd4ad59ec292944a4"/>
    <p:sldId xmlns:r="http://schemas.openxmlformats.org/officeDocument/2006/relationships" id="258" r:id="Ra88804c90c924ea0"/>
    <p:sldId xmlns:r="http://schemas.openxmlformats.org/officeDocument/2006/relationships" id="259" r:id="R5ea974bcf8a44006"/>
    <p:sldId xmlns:r="http://schemas.openxmlformats.org/officeDocument/2006/relationships" id="260" r:id="R945a0143c5d947d8"/>
    <p:sldId xmlns:r="http://schemas.openxmlformats.org/officeDocument/2006/relationships" id="261" r:id="R469455ed33c94cfb"/>
    <p:sldId xmlns:r="http://schemas.openxmlformats.org/officeDocument/2006/relationships" id="262" r:id="R341c7fd911ad4df2"/>
    <p:sldId xmlns:r="http://schemas.openxmlformats.org/officeDocument/2006/relationships" id="263" r:id="R685ffedc994445da"/>
    <p:sldId xmlns:r="http://schemas.openxmlformats.org/officeDocument/2006/relationships" id="264" r:id="R8ff21e2a19be441d"/>
    <p:sldId xmlns:r="http://schemas.openxmlformats.org/officeDocument/2006/relationships" id="265" r:id="Rd9c0321b33c446ee"/>
    <p:sldId xmlns:r="http://schemas.openxmlformats.org/officeDocument/2006/relationships" id="266" r:id="Rdd9f56bf985249e4"/>
    <p:sldId xmlns:r="http://schemas.openxmlformats.org/officeDocument/2006/relationships" id="267" r:id="Rfcd83a7b48a44593"/>
    <p:sldId xmlns:r="http://schemas.openxmlformats.org/officeDocument/2006/relationships" id="268" r:id="Raa8132ba6e224c11"/>
    <p:sldId xmlns:r="http://schemas.openxmlformats.org/officeDocument/2006/relationships" id="269" r:id="Re8a5cab861054178"/>
    <p:sldId xmlns:r="http://schemas.openxmlformats.org/officeDocument/2006/relationships" id="270" r:id="R273f4d08688c47ea"/>
    <p:sldId xmlns:r="http://schemas.openxmlformats.org/officeDocument/2006/relationships" id="271" r:id="R6a8fabeb62f74084"/>
    <p:sldId xmlns:r="http://schemas.openxmlformats.org/officeDocument/2006/relationships" id="272" r:id="Rdb78b8590afe4054"/>
    <p:sldId xmlns:r="http://schemas.openxmlformats.org/officeDocument/2006/relationships" id="273" r:id="R9be22c5bed0643d8"/>
    <p:sldId xmlns:r="http://schemas.openxmlformats.org/officeDocument/2006/relationships" id="274" r:id="R589442cb498940b8"/>
    <p:sldId xmlns:r="http://schemas.openxmlformats.org/officeDocument/2006/relationships" id="275" r:id="R0e07e3e13dac40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bbd090b7c34b5d" /><Relationship Type="http://schemas.openxmlformats.org/officeDocument/2006/relationships/slideMaster" Target="/ppt/slideMasters/slideMaster1.xml" Id="Ra923f4a108be4ed3" /><Relationship Type="http://schemas.openxmlformats.org/officeDocument/2006/relationships/notesMaster" Target="/ppt/notesMasters/notesMaster1.xml" Id="R914704a7953c42d7" /><Relationship Type="http://schemas.openxmlformats.org/officeDocument/2006/relationships/presProps" Target="/ppt/presProps.xml" Id="Rf79dccb240a743e4" /><Relationship Type="http://schemas.openxmlformats.org/officeDocument/2006/relationships/tableStyles" Target="/ppt/tableStyles.xml" Id="R3ca9e3c0f34e4cdb" /><Relationship Type="http://schemas.openxmlformats.org/officeDocument/2006/relationships/slide" Target="/ppt/slides/slide1.xml" Id="R22ae4819e6564179" /><Relationship Type="http://schemas.openxmlformats.org/officeDocument/2006/relationships/slide" Target="/ppt/slides/slide2.xml" Id="Rd4ad59ec292944a4" /><Relationship Type="http://schemas.openxmlformats.org/officeDocument/2006/relationships/slide" Target="/ppt/slides/slide3.xml" Id="Ra88804c90c924ea0" /><Relationship Type="http://schemas.openxmlformats.org/officeDocument/2006/relationships/slide" Target="/ppt/slides/slide4.xml" Id="R5ea974bcf8a44006" /><Relationship Type="http://schemas.openxmlformats.org/officeDocument/2006/relationships/slide" Target="/ppt/slides/slide5.xml" Id="R945a0143c5d947d8" /><Relationship Type="http://schemas.openxmlformats.org/officeDocument/2006/relationships/slide" Target="/ppt/slides/slide6.xml" Id="R469455ed33c94cfb" /><Relationship Type="http://schemas.openxmlformats.org/officeDocument/2006/relationships/slide" Target="/ppt/slides/slide7.xml" Id="R341c7fd911ad4df2" /><Relationship Type="http://schemas.openxmlformats.org/officeDocument/2006/relationships/slide" Target="/ppt/slides/slide8.xml" Id="R685ffedc994445da" /><Relationship Type="http://schemas.openxmlformats.org/officeDocument/2006/relationships/slide" Target="/ppt/slides/slide9.xml" Id="R8ff21e2a19be441d" /><Relationship Type="http://schemas.openxmlformats.org/officeDocument/2006/relationships/slide" Target="/ppt/slides/slide10.xml" Id="Rd9c0321b33c446ee" /><Relationship Type="http://schemas.openxmlformats.org/officeDocument/2006/relationships/slide" Target="/ppt/slides/slide11.xml" Id="Rdd9f56bf985249e4" /><Relationship Type="http://schemas.openxmlformats.org/officeDocument/2006/relationships/slide" Target="/ppt/slides/slide12.xml" Id="Rfcd83a7b48a44593" /><Relationship Type="http://schemas.openxmlformats.org/officeDocument/2006/relationships/slide" Target="/ppt/slides/slide13.xml" Id="Raa8132ba6e224c11" /><Relationship Type="http://schemas.openxmlformats.org/officeDocument/2006/relationships/slide" Target="/ppt/slides/slide14.xml" Id="Re8a5cab861054178" /><Relationship Type="http://schemas.openxmlformats.org/officeDocument/2006/relationships/slide" Target="/ppt/slides/slide15.xml" Id="R273f4d08688c47ea" /><Relationship Type="http://schemas.openxmlformats.org/officeDocument/2006/relationships/slide" Target="/ppt/slides/slide16.xml" Id="R6a8fabeb62f74084" /><Relationship Type="http://schemas.openxmlformats.org/officeDocument/2006/relationships/slide" Target="/ppt/slides/slide17.xml" Id="Rdb78b8590afe4054" /><Relationship Type="http://schemas.openxmlformats.org/officeDocument/2006/relationships/slide" Target="/ppt/slides/slide18.xml" Id="R9be22c5bed0643d8" /><Relationship Type="http://schemas.openxmlformats.org/officeDocument/2006/relationships/slide" Target="/ppt/slides/slide19.xml" Id="R589442cb498940b8" /><Relationship Type="http://schemas.openxmlformats.org/officeDocument/2006/relationships/slide" Target="/ppt/slides/slide20.xml" Id="R0e07e3e13dac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212c0e524543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277114f1b042af" /><Relationship Type="http://schemas.openxmlformats.org/officeDocument/2006/relationships/notesMaster" Target="/ppt/notesMasters/notesMaster1.xml" Id="R4eea19ff81c7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1d19182a4e403a" /><Relationship Type="http://schemas.openxmlformats.org/officeDocument/2006/relationships/notesMaster" Target="/ppt/notesMasters/notesMaster1.xml" Id="R6e0e4a834a70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c0b0b8b5a240dc" /><Relationship Type="http://schemas.openxmlformats.org/officeDocument/2006/relationships/notesMaster" Target="/ppt/notesMasters/notesMaster1.xml" Id="R50ec5fe67c1a4d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ffa76cd1054adf" /><Relationship Type="http://schemas.openxmlformats.org/officeDocument/2006/relationships/notesMaster" Target="/ppt/notesMasters/notesMaster1.xml" Id="R7d3aeb30dcbd4d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22c879609f4b0e" /><Relationship Type="http://schemas.openxmlformats.org/officeDocument/2006/relationships/notesMaster" Target="/ppt/notesMasters/notesMaster1.xml" Id="Rbd8effd174444a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3264dcd7d24213" /><Relationship Type="http://schemas.openxmlformats.org/officeDocument/2006/relationships/notesMaster" Target="/ppt/notesMasters/notesMaster1.xml" Id="Rc2c4e19af94646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2c96965bf4864" /><Relationship Type="http://schemas.openxmlformats.org/officeDocument/2006/relationships/notesMaster" Target="/ppt/notesMasters/notesMaster1.xml" Id="R846f73db55b248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857918bfe4921" /><Relationship Type="http://schemas.openxmlformats.org/officeDocument/2006/relationships/notesMaster" Target="/ppt/notesMasters/notesMaster1.xml" Id="R474cc0f2963843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818819896844fa" /><Relationship Type="http://schemas.openxmlformats.org/officeDocument/2006/relationships/notesMaster" Target="/ppt/notesMasters/notesMaster1.xml" Id="R37e56b2be11f44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d0147f83a2409d" /><Relationship Type="http://schemas.openxmlformats.org/officeDocument/2006/relationships/notesMaster" Target="/ppt/notesMasters/notesMaster1.xml" Id="Rd7098d12afa54e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da68046808144f4" /><Relationship Type="http://schemas.openxmlformats.org/officeDocument/2006/relationships/notesMaster" Target="/ppt/notesMasters/notesMaster1.xml" Id="R9b0530939c9048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aadc70de84a95" /><Relationship Type="http://schemas.openxmlformats.org/officeDocument/2006/relationships/notesMaster" Target="/ppt/notesMasters/notesMaster1.xml" Id="Rf29e2cf98af842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dde729688a4cf6" /><Relationship Type="http://schemas.openxmlformats.org/officeDocument/2006/relationships/notesMaster" Target="/ppt/notesMasters/notesMaster1.xml" Id="Rf4762d2b0f2b488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ac8b8d466a419d" /><Relationship Type="http://schemas.openxmlformats.org/officeDocument/2006/relationships/notesMaster" Target="/ppt/notesMasters/notesMaster1.xml" Id="R7b0647801eac4e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cd3e12f6674cc8" /><Relationship Type="http://schemas.openxmlformats.org/officeDocument/2006/relationships/notesMaster" Target="/ppt/notesMasters/notesMaster1.xml" Id="R9bd541e7dd4b43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e9e4129aa944d3c" /><Relationship Type="http://schemas.openxmlformats.org/officeDocument/2006/relationships/notesMaster" Target="/ppt/notesMasters/notesMaster1.xml" Id="Rfe05a6c17c67453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2f62e07d324499" /><Relationship Type="http://schemas.openxmlformats.org/officeDocument/2006/relationships/notesMaster" Target="/ppt/notesMasters/notesMaster1.xml" Id="R5dbd50a05950467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471f63123341b9" /><Relationship Type="http://schemas.openxmlformats.org/officeDocument/2006/relationships/notesMaster" Target="/ppt/notesMasters/notesMaster1.xml" Id="R766bab5a0afc47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8036d95f704d6b" /><Relationship Type="http://schemas.openxmlformats.org/officeDocument/2006/relationships/notesMaster" Target="/ppt/notesMasters/notesMaster1.xml" Id="Rac8b69cb0eb244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392a4297c64574" /><Relationship Type="http://schemas.openxmlformats.org/officeDocument/2006/relationships/notesMaster" Target="/ppt/notesMasters/notesMaster1.xml" Id="Rae6eef06cf074e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汇报内容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YAO S, et al. ReAct: Synergizing Reasoning and Acting in Language Models[C]//ICLR. 2023. [3] CEMRI M, et al. Why Do Multi-Agent LLM Systems Fail?[C]//NeurIPS.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[4] HÖÖK K, LÖWGREN J. Strong Concepts: Intermediate-Level Knowledge in Interaction Design Research[J]. ACM TOCHI, 2012, 19(3): 23:1–23:18.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YAO S, et al. ReAct: Synergizing Reasoning and Acting in Language Models[C]//ICLR.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FONSECA R, et al. X-Trace: A Pervasive Network Tracing Framework[C]//NSDI. 2007: 271–284. [6] ZHENG Y, et al. AgentSight: System-Level Observability for AI Agents Using eBPF[EB/OL]. arXiv:2508.02736, 2025. [7] CHEN M, et al. From Failed Trajectories to Reliable LLM Agents: Diagnosing and Repairing Harness Flaws[EB/OL]. arXiv:2606.06324,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EPPERSON W, et al. Interactive Debugging and Steering of Multi-Agent AI Systems[C]//CHI.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KO A J, MYERS B A. Finding Causes of Program Output with the Java Whyline[C]//CHI. 2009: 1569–1578. [10] LAWRANCE J, et al. How Programmers Debug, Revisited: An Information Foraging Theory Perspective[J]. IEEE TSE, 2013, 39(2): 197–215.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LU J, et al. AgentLens: Visual Analysis for Agent Behaviors in LLM-Based Autonomous Systems[J]. IEEE TVCG, 2025, 31(8): 4182–4197. [12] KHANNA R, et al. Finding AI’s Faults with AAR/AI: An Empirical Study[J]. ACM TiiS, 2022, 12(1): 1–33. [13] ARAWJO I, et al. ChainForge: A Visual Toolkit for Prompt Engineering and LLM Hypothesis Testing[C]//CHI.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GAO T, et al. Graph of Trace: Visualizing Execution Traces of Scientific Agents[C]//ACL System Demonstrations. 2026: 297–306. 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WU Z, et al. AgentGraph: Trace-to-Graph Platform for Interactive Analysis and Robustness Testing in Agentic AI Systems[C]//AAAI. 2026: 41721–41723.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3.1 研究问题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3.2 诊断任务：案例、证据与评分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LAWRANCE J, et al. How Programmers Debug, Revisited: An Information Foraging Theory Perspective[J]. IEEE TSE, 2013, 39(2): 197–215. [16] PIROLLI P, CARD S K. The Sensemaking Process and Leverage Points for Analyst Technology as Identified Through Cognitive Task Analysis[C]//International Conference on Intelligence Analysis. 2005. [17] KLEIN G, MOON B, HOFFMAN R R. Making Sense of Sensemaking 2: A Macrocognitive Model[J]. IEEE Intelligent Systems, 2006, 21(5): 88–92.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[18] GALE N K, et al. Using the Framework Method for the Analysis of Qualitative Data in Multi-Disciplinary Health Research[J]. BMC Medical Research Methodology, 2013, 13: 117. [19] MALTERUD K, et al. Sample Size in Qualitative Interview Studies: Guided by Information Power[J]. Qualitative Health Research, 2016, 26(13): 1753–1760.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研究框架：从困难识别到效果验证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研究计划：2026.09—2028.05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感谢聆听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8f50b90cb44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b8db5dd5484a2c" /><Relationship Type="http://schemas.openxmlformats.org/officeDocument/2006/relationships/slideLayout" Target="/ppt/slideLayouts/slideLayout1.xml" Id="R02bafeb7b8be48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afeb7b8be48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8c5c6fa0940d9" /><Relationship Type="http://schemas.openxmlformats.org/officeDocument/2006/relationships/image" Target="/ppt/media/image.png" Id="Rcfe3c79881bc4426" /><Relationship Type="http://schemas.openxmlformats.org/officeDocument/2006/relationships/notesSlide" Target="/ppt/notesSlides/notesSlide1.xml" Id="R13f3d7c9e39149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fd1f8f98046a7" /><Relationship Type="http://schemas.openxmlformats.org/officeDocument/2006/relationships/image" Target="/ppt/media/image2.png" Id="Rbf31e6808a05400a" /><Relationship Type="http://schemas.openxmlformats.org/officeDocument/2006/relationships/notesSlide" Target="/ppt/notesSlides/notesSlide2.xml" Id="R6ed2350a738943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137df7f224239" /><Relationship Type="http://schemas.openxmlformats.org/officeDocument/2006/relationships/image" Target="/ppt/media/image3.png" Id="Rf92e17f7ec1f42c5" /><Relationship Type="http://schemas.openxmlformats.org/officeDocument/2006/relationships/notesSlide" Target="/ppt/notesSlides/notesSlide3.xml" Id="R426dcd028fa34b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8bbd68e6b42bc" /><Relationship Type="http://schemas.openxmlformats.org/officeDocument/2006/relationships/image" Target="/ppt/media/image4.png" Id="R8395bdf3c4fc491a" /><Relationship Type="http://schemas.openxmlformats.org/officeDocument/2006/relationships/notesSlide" Target="/ppt/notesSlides/notesSlide4.xml" Id="Rdc46d089660a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8861e28284cc0" /><Relationship Type="http://schemas.openxmlformats.org/officeDocument/2006/relationships/image" Target="/ppt/media/image5.png" Id="Rf296964e11374a52" /><Relationship Type="http://schemas.openxmlformats.org/officeDocument/2006/relationships/notesSlide" Target="/ppt/notesSlides/notesSlide5.xml" Id="R0eb264ae0f3f49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30bf51ae04067" /><Relationship Type="http://schemas.openxmlformats.org/officeDocument/2006/relationships/image" Target="/ppt/media/image6.png" Id="Ra4bfde1975f6455c" /><Relationship Type="http://schemas.openxmlformats.org/officeDocument/2006/relationships/notesSlide" Target="/ppt/notesSlides/notesSlide6.xml" Id="R3d790be9a19a4d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6814ec4764046" /><Relationship Type="http://schemas.openxmlformats.org/officeDocument/2006/relationships/image" Target="/ppt/media/image7.png" Id="R37c6436a6ea14fa5" /><Relationship Type="http://schemas.openxmlformats.org/officeDocument/2006/relationships/notesSlide" Target="/ppt/notesSlides/notesSlide7.xml" Id="R436d9fc005194b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b4daf100e49d6" /><Relationship Type="http://schemas.openxmlformats.org/officeDocument/2006/relationships/image" Target="/ppt/media/image8.png" Id="R970cfe387eb2409e" /><Relationship Type="http://schemas.openxmlformats.org/officeDocument/2006/relationships/notesSlide" Target="/ppt/notesSlides/notesSlide8.xml" Id="Ra99772502d22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a5b0638b44df3" /><Relationship Type="http://schemas.openxmlformats.org/officeDocument/2006/relationships/image" Target="/ppt/media/image9.png" Id="Re65932a083ab48a0" /><Relationship Type="http://schemas.openxmlformats.org/officeDocument/2006/relationships/notesSlide" Target="/ppt/notesSlides/notesSlide9.xml" Id="Rd088796d1b004b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1f5ca9de842ae" /><Relationship Type="http://schemas.openxmlformats.org/officeDocument/2006/relationships/image" Target="/ppt/media/image10.png" Id="Ra4827e87bcab41c4" /><Relationship Type="http://schemas.openxmlformats.org/officeDocument/2006/relationships/notesSlide" Target="/ppt/notesSlides/notesSlide10.xml" Id="R63b02b4014604c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9a18a7e31423d" /><Relationship Type="http://schemas.openxmlformats.org/officeDocument/2006/relationships/image" Target="/ppt/media/image11.png" Id="R1b22bd84133548fb" /><Relationship Type="http://schemas.openxmlformats.org/officeDocument/2006/relationships/notesSlide" Target="/ppt/notesSlides/notesSlide11.xml" Id="R6a4622c3a78c40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11e6b875541fb" /><Relationship Type="http://schemas.openxmlformats.org/officeDocument/2006/relationships/image" Target="/ppt/media/image12.png" Id="R1a5ba4d4cf5a43c1" /><Relationship Type="http://schemas.openxmlformats.org/officeDocument/2006/relationships/notesSlide" Target="/ppt/notesSlides/notesSlide12.xml" Id="Rde2e81e642ee4e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03bc157bc4607" /><Relationship Type="http://schemas.openxmlformats.org/officeDocument/2006/relationships/image" Target="/ppt/media/image13.png" Id="R8248d663664e487c" /><Relationship Type="http://schemas.openxmlformats.org/officeDocument/2006/relationships/notesSlide" Target="/ppt/notesSlides/notesSlide13.xml" Id="Ra292c295e13746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9cb0f394b4992" /><Relationship Type="http://schemas.openxmlformats.org/officeDocument/2006/relationships/image" Target="/ppt/media/image14.png" Id="R473da4caa2ae449c" /><Relationship Type="http://schemas.openxmlformats.org/officeDocument/2006/relationships/notesSlide" Target="/ppt/notesSlides/notesSlide14.xml" Id="R6b174681c16440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49ac007e7454a" /><Relationship Type="http://schemas.openxmlformats.org/officeDocument/2006/relationships/image" Target="/ppt/media/image15.png" Id="Raf0eb81596d7412d" /><Relationship Type="http://schemas.openxmlformats.org/officeDocument/2006/relationships/notesSlide" Target="/ppt/notesSlides/notesSlide15.xml" Id="Ree27ca61df53499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0ea04ef654906" /><Relationship Type="http://schemas.openxmlformats.org/officeDocument/2006/relationships/image" Target="/ppt/media/image16.png" Id="R21dec97ec0f546ac" /><Relationship Type="http://schemas.openxmlformats.org/officeDocument/2006/relationships/notesSlide" Target="/ppt/notesSlides/notesSlide16.xml" Id="Rdcb6fd95ec7441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9db9fc8ac4a4e" /><Relationship Type="http://schemas.openxmlformats.org/officeDocument/2006/relationships/image" Target="/ppt/media/image17.png" Id="R1fae32ab343a4a63" /><Relationship Type="http://schemas.openxmlformats.org/officeDocument/2006/relationships/notesSlide" Target="/ppt/notesSlides/notesSlide17.xml" Id="R4bbbcbc737f84c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30b90e44a4a64" /><Relationship Type="http://schemas.openxmlformats.org/officeDocument/2006/relationships/image" Target="/ppt/media/image18.png" Id="R1515e158d3b84cff" /><Relationship Type="http://schemas.openxmlformats.org/officeDocument/2006/relationships/notesSlide" Target="/ppt/notesSlides/notesSlide18.xml" Id="Re1524972520b40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b6ef996b741a2" /><Relationship Type="http://schemas.openxmlformats.org/officeDocument/2006/relationships/image" Target="/ppt/media/image19.png" Id="Rb88bf5e2023f4093" /><Relationship Type="http://schemas.openxmlformats.org/officeDocument/2006/relationships/notesSlide" Target="/ppt/notesSlides/notesSlide19.xml" Id="Rc27021b48b4744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af697841445bb" /><Relationship Type="http://schemas.openxmlformats.org/officeDocument/2006/relationships/image" Target="/ppt/media/image20.png" Id="Rf163447896b647e9" /><Relationship Type="http://schemas.openxmlformats.org/officeDocument/2006/relationships/notesSlide" Target="/ppt/notesSlides/notesSlide20.xml" Id="R86641ed6ed2143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3c79881bc44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98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1e6808a0540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9161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e17f7ec1f42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08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95bdf3c4fc491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9048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6964e11374a5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63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fde1975f6455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12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6436a6ea14fa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1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cfe387eb2409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5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932a083ab48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362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27e87bcab41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825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2bd84133548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663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ba4d4cf5a43c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217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8d663664e487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5256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da4caa2ae449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1590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eb81596d7412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302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dec97ec0f546a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13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e32ab343a4a6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623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15e158d3b84cf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17382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bf5e2023f409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28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3447896b647e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961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2026-09-23T12:04:17.9310000Z</dcterms:created>
  <dcterms:modified xsi:type="dcterms:W3CDTF">2026-09-23T12:04:17.9310000Z</dcterms:modified>
</coreProperties>
</file>